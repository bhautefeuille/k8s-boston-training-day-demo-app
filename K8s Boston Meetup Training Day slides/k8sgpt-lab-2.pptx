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5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239572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92262" y="3171622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16368" y="349300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40474" y="3171622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19088" y="239572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40474" y="1619834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16368" y="1298448"/>
            <a:ext cx="329184" cy="329184"/>
          </a:xfrm>
          <a:prstGeom prst="ellipse">
            <a:avLst/>
          </a:prstGeom>
          <a:solidFill>
            <a:srgbClr val="326CE5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92262" y="1619834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78040" y="2057400"/>
            <a:ext cx="1005840" cy="10058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· PART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Kubernetes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kubectl noise to plain-English fixes — powered by Gemini.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202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/ Intermediate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K8sGPT?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engine for your cluster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CLI: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scans your cluster for problems.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analyzers: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Pods, Services, Ingresses, PVCs, HPAs, NetworkPolicies, Webhooks, RBAC…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translates raw errors into plain English + remediation.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Multi-backend: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Gemini, OpenAI, Claude, Cohere, LocalAI, Bedrock.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anonymize names before sending to AI.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0" y="1417320"/>
            <a:ext cx="11887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0" y="1417320"/>
            <a:ext cx="1188720" cy="2743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7099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· svcs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logs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11887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118872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8932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17099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issues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1417320"/>
            <a:ext cx="11887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11887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Gemini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17099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fixes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18745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18745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606040"/>
            <a:ext cx="402336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71576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broken-app/checkout-xk2lp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CrashLoopBackOff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resolve 'redis-master'.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exists in 'cache' namespace.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FQDN: redis-master.cache.svc...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state in. Human-readable diagnosis out.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AI → break things on purpose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K8sGPT (.deb)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First analyze (no AI)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Gemini API key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AI-powered explanations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Anonymize + interactive mode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233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DEMOS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Break it: CPU-hogger pending pod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Watch K8sGPT diagnose 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Break it: cross-namespace DNS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Watch K8sGPT diagnose 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Apply the fix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 · INSTALL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K8sGPT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K8sGPT is a single static binary — about 30 MB.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Ships as .deb / .rpm / Homebrew / container image.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.deb here: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Codespace runs Debian — apt-style install fits naturally.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k8sgpt version prints the version once installed.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5896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612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1847088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-LO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k8sgpt-ai/k8sgpt/releases/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download/v0.4.31/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k8sgpt_amd64.deb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dpkg -i k8sgpt_amd64.deb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k8sgpt version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users: brew install k8sgpt-ai/tap/k8sgpt — same CLI, different installer.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FIRST RUN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(without AI)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current kubeconfig context — same cluster kubectl talks 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20+ analyzers in parallel against every namespace.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raw findings — pod name, error, root cause keyword.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needed: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stage is pure rule-based detection.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5896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612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1847088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k8sgpt analyze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Provider: AI not used; --explain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default/checkout-xk2lp(...)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Error: back-off restarting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failed container=checkout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default/pending-pod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Error: 0/2 nodes available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&amp; 5 · CONFIGURE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Gemini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openai · azureopenai · google · anthropic · cohere · localai · amazonbedrock.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Gemini Flash: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fast, cheap, strong at structured outputs — ideal for diagnostics.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 var: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$GEMINI_API_KEY — never commit keys to git.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list: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configured backends and which is the default.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2180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5896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612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1847088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k8sgpt auth add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--backend google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--model gemini-2.5-flash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--password $GEMINI_API_KEY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k8sgpt auth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google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google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KEY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at aistudio.google.com — generous quota for experimentation.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ASK THE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--explain: same finding, plain English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--explain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374904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</a:t>
            </a:r>
            <a:r>
              <a:rPr lang="en-US" sz="10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broken-app/checkout-xk2lp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Error: back-off restarting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failed container=checkout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default/pending-pod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Error: 0/2 nodes available: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insufficient cpu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--explain --backend google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is restarting because the container exits with code 1.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container logs for the failure reason. The container cannot resolve 'redis-master'. Use the FQDN redis-master.cache.svc.cluster.local instead.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PRIVACY &amp; CHAT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 + interactive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--anonymize: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replaces pod / namespace / IP names with hashes before the AI call.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AI provider is a third party. Hide identifying info.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--interactive: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drops you into a chat — ask follow-up questions about findings.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safer + more useful than either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4572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39959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3995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9959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4178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k8sgpt analyze --explain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--backend google --interactive --anonymize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463040"/>
            <a:ext cx="34747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anonymize: how it works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8745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checkout-xk2lp · broken-app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468880"/>
            <a:ext cx="0" cy="3200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49240" y="27889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aH3kP-z1 · aQp7Lx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383280"/>
            <a:ext cx="0" cy="3200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370332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mentions checkout, broken-app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BREAK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CPU-hogger pending pod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 99,999 CPU — way more than any node has.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scheduler can't place the pod → it stays Pending forever.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gotcha: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kubectl get pods says Pending; kubectl describe shows the real reason.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420624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363016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36301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6301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38130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run pending-pod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--image=nginx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--overrides='{"spec":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{"containers":[{"name":"hog",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"image":"nginx","resources":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{"requests":{"cpu":"99999"}}}]}}'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84048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can't find a fit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92024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pending-pod  · requests: 99999 CPU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2560320"/>
            <a:ext cx="0" cy="36576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2560320"/>
            <a:ext cx="0" cy="36576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49240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74920" y="2971800"/>
            <a:ext cx="1554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74920" y="2971800"/>
            <a:ext cx="155448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337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CPU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2971800"/>
            <a:ext cx="1554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03720" y="2971800"/>
            <a:ext cx="155448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337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CPU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K8sGPT FINDS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the Pending pod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k8sgpt analyze --explain --backend google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pending-pod, root cause = insufficient CPU.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 requests, scale up the node, or add a worker.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kubectl delete pod pending-pod -n default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4023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40416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4041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4041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pod pending-pod -n default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— Gemini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default/pending-pod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Error: 0/2 nodes are available: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insufficient cpu.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requests 99999 CPU which no node can satisfy.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spec.containers[0].resources.requests.cpu to a realistic value like 100m.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BREAK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Cross-namespace DNS bug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Redis runs in namespace cache. App lives in broken-app.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App's env points to redis-master (short name).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Short names only resolve within the same namespace.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 can't reach Redis → exits 1 → CrashLoopBackOff.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40233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39959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3995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9959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4178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broken-app.yaml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828800"/>
            <a:ext cx="1828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ns: broken-app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33172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</a:t>
            </a: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CHECKOUT_REDIS_HOST</a:t>
            </a: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redis-master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828800"/>
            <a:ext cx="1828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ns: cache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233172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0880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redis-master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743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Service:</a:t>
            </a: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redis-master</a:t>
            </a:r>
            <a:endParaRPr lang="en-US" sz="9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.cache.svc...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606040"/>
            <a:ext cx="10972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2240280"/>
            <a:ext cx="822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22402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 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K8sGPT FINDS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catches the cross-namespace bug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2062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20624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— Gemini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886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broken-app/checkout-xk2lp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back-off restarting failed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container=checkout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exits because it cannot resolve hostname 'redis-master'.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exists in the 'cache' namespace. Update CHECKOUT_REDIS_HOST to the FQDN: redis-master.cache.svc.cluster.local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patch the env var with the FQDN.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rolls the deploy: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pod connects, app comes up.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analyze: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finding is gone.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2788920"/>
            <a:ext cx="3840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56048" y="28986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93208" y="2898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30368" y="2898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30815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-n broken-app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env deploy/checkout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CHECKOUT_REDIS_HOST=\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redis-master.cache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.svc.cluster.local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429768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 </a:t>
            </a: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-f broken-app.yaml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DID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kubectl noise to AI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to install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+ dpkg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GPT, Claude…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diagnosed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+ DNS bugs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76656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analyzers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Svcs, Ingress…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turns hours of debugging into seconds.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works on EKS, GKE, AKS, kind — anywhere kubectl runs. Pair it with the operator and your cluster diagnoses itself, continuously, in the background.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Lab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always-on.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operator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install k8sgpt-operator — findings appear as Result CRDs you can kubectl get.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5856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integrations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for CVEs, Slack for alerts, Prometheus for metrics dashboards.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other backends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Gemini vs GPT vs Claude — same finding, different framings.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6440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analyzer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K8sGPT is plugin-based: write Go to detect your own patterns.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it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create cronjob to run analyze and post the diff to Slack daily.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— happy diagnosing!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1503</Words>
  <Application>Microsoft Macintosh PowerPoint</Application>
  <PresentationFormat>On-screen Show (16:9)</PresentationFormat>
  <Paragraphs>271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K8sGPT: AI-powered Kubernetes Diagnostics</dc:title>
  <dc:subject>PptxGenJS Presentation</dc:subject>
  <dc:creator>K8s Boston Training Day</dc:creator>
  <cp:lastModifiedBy>Benjamin Hautefeuille</cp:lastModifiedBy>
  <cp:revision>1</cp:revision>
  <dcterms:created xsi:type="dcterms:W3CDTF">2026-05-01T23:53:22Z</dcterms:created>
  <dcterms:modified xsi:type="dcterms:W3CDTF">2026-05-01T23:59:06Z</dcterms:modified>
</cp:coreProperties>
</file>