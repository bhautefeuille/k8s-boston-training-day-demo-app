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096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2395728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92262" y="3171622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6368" y="3493008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40474" y="3171622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9088" y="2395728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40474" y="1619834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16368" y="1298448"/>
            <a:ext cx="329184" cy="329184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92262" y="1619834"/>
            <a:ext cx="329184" cy="329184"/>
          </a:xfrm>
          <a:prstGeom prst="ellipse">
            <a:avLst/>
          </a:prstGeom>
          <a:solidFill>
            <a:srgbClr val="F46800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1005840" cy="10058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PART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inside your cluster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Gemini into Grafana via MCP — and let an agent investigate your cluster.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40233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40233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MCP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40233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KAGENT?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Agents-as-pods, with tools and 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Kubernetes-native runtime for AI agents.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CRD: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agent is a YAML resource — system prompt + model + tools.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 CRD: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the API key + model live (Gemini, OpenAI, Anthropic…).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MCP: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tool is an MCP server — Grafana, kubectl, Helm,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chat-style web UI you port-forward 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41148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ns: kagent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920240"/>
            <a:ext cx="1371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13716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880360"/>
            <a:ext cx="1371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13716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kagent-ui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0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2304288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3042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promql-agent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2688336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688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307238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0723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grafana-agent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3429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(CRDs)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19202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kagent-tools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2304288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23042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querydoc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268833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0" y="26883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grafana-mcp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3017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(MCP)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1371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794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379476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0" y="3794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(ns: meta)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24928" y="2066544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424928" y="2450592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24928" y="28346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23860" y="2980944"/>
            <a:ext cx="0" cy="813816"/>
          </a:xfrm>
          <a:prstGeom prst="line">
            <a:avLst/>
          </a:prstGeom>
          <a:noFill/>
          <a:ln w="19050">
            <a:solidFill>
              <a:srgbClr val="F468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69380" y="3429000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steps to a Grafana-aware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1463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82112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secret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82112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82896" y="1463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0096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 CRD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kagent which LLM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31152" y="132588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1463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444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25603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ModelConfig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15184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24912" y="25603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82112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82112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 MCP tool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82896" y="25603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8289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0096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MCP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0096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URL + token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242316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40880" y="25603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08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98080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9808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+ CRDs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6928" y="36576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692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2412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grafana-agent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24128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15184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24912" y="36576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24912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182112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agent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182112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chat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73168" y="3520440"/>
            <a:ext cx="2103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82896" y="36576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82896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340096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UI :8082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340096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it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· BOOTSTRAP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Gemini secret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kagent ns: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isolates the agent runtime from the apps it monitors.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$GEMINI_API_KEY: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exported once, persisted in ~/.bashrc for re-use.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kagent-gemini: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secret name kagent will reference from CRDs.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inside: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GOOGLE_API_KEY — the convention Gemini libraries expect.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64608" y="1709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01768" y="1709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38928" y="1709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89280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namespace kagent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GOOGLE_API_KEY=\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$GEMINI_API_KEY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"export GOOGLE_API_KEY=..."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&gt;&gt; ~/.bashrc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secret generic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kagent-gemini -n kagent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--from-literal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GOOGLE_API_KEY=\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${GOOGLE_API_KEY}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POINT AT GEMINI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ModelConfig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kagent CRD that says 'use this LLM with this key'.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apiKeySecret: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points back at the secret you just created.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gemini-2.5-flash — fast, cheap, perfect for tool-calling.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Reusable: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number of agents can reference one ModelConfig.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gemini-model.yaml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87452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kagent.dev/v1alpha2
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ModelConfig
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gemini-model-config
  namespace: kagent
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apiKeySecret: kagent-gemini
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apiKeySecretKey: GOOGLE_API_KEY
  model: gemini-2.5-flash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Gemini
  gemini: {}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 · INSTALL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 first, then ModelConfig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CRDs first: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ModelConfig and Agent are custom resources — the cluster can't accept them until the CRDs are registered.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chart: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kagent ships its charts via OCI, not a Helm repo.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the gemini-model-config object in the cluster.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kagent knows how to talk to Gemini.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600200"/>
            <a:ext cx="374904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47488" y="1709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1709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21808" y="1709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892808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kagent-crds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oci://ghcr.io/kagent-dev/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kagent/helm/kagent-crds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--namespace kagent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--create-namespace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gemini-model.yaml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modelconfig.kagent.dev/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gemini-model-config created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BIG INSTALL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kagent + Grafana MCP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Helm release: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controller, UI, default agents, and selected tools.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providers.default: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kagent which ModelConfig to use as default.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agents.&lt;name&gt;.enabled: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on only the agents you actually need.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tools.grafana-mcp.enabled: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MCP server that bridges agents → Grafana.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caps: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tight CPU/mem requests so it fits in kind.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73168" y="16642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10328" y="16642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47488" y="16642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kagent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oci://ghcr.io/kagent-dev/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kagent/helm/kagent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kagent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providers.default=gemini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providers.gemini.\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apiKeySecretRef=kagent-gemini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agents.k8s-agent.\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enabled=true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agents.promql-agent.\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enabled=true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 tools.grafana-mcp.\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enabled=true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(resource limits)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WIRE UP MCP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Grafana MCP at Grafana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GRAFANA_URL: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in-cluster service of Grafana (ns: meta).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GRAFANA_API_KEY: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service-account token from Grafana → Admin → Service accounts.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env vars: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secrets stay out of the Helm release; rotate without re-installing.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kubectl set env triggers a rollout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40233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73168" y="1709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10328" y="1709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47488" y="1709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89280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env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deployment/kagent-grafana-mcp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kagent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GRAFANA_URL=\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http://grafana.meta.svc\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.cluster.local:80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GRAFANA_API_KEY=\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glsa_xxxxxxxxxxxxxxxx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TOKEN 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→ Administration → Service accounts → Add → Editor role → </a:t>
            </a: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Copy once.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CHECK YOUR 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pods + CRDs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expect controller, UI, agents, and tools all Running.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modelconfigs: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lists every ModelConfig in the namespace.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modelconfig: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the secret reference and model name resolve.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is Pending: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resource requests vs node capacity.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41148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81728" y="17099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18888" y="1709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56048" y="17099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892808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kagent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     READY  STATUS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kagent-...              1/1 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kagent-controller-...   1/1 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kagent-grafana-mcp-...  1/1 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kagent-k8s-agent-...    1/1    Running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kagent-ui-...           1/1    Running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modelconfigs -n kagent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   PROVIDER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gemini-model-config   Gemini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CREATE THE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grafana-agent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CRD: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agent's brain in YAML — model + system prompt + tools.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the agent what kind of work it does.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 of MCP servers the agent is allowed to call.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RemoteMCPServer: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kagent's CRD wrapper around the grafana-mcp pod.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41148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grafana-agent.yaml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
</a:t>
            </a: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grafana-agent
  namespace: kagent
</a:t>
            </a: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declarative:
</a:t>
            </a: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modelConfig: gemini-model-config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systemMessage: |
</a:t>
            </a:r>
            <a:r>
              <a:rPr lang="en-US" sz="10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Grafana-aware agent for cluster
      investigation. Search dashboards,
      query Prometheus, read Loki...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tools:
      - type: McpServer
        mcpServer:
</a:t>
            </a: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kind: RemoteMCPServer
          name: grafana-mcp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29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 &amp; 11 · OPEN IT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chat with your agent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registered as a CRD.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RemoteMCPServer is reachable.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should show no errors.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36576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4930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6968" y="34930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34930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6758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agent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grafana-agent -n kagent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remotemcpserver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grafana-mcp -n kagent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kagent-ui to localhost:8082.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+ &amp; keeps it alive in background.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Codespaces' forwarded ports tab.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383280"/>
            <a:ext cx="36576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56048" y="34930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93208" y="34930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0368" y="34930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36758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nohup kubectl port-forward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--address 0.0.0.0 -n kagent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svc/kagent-ui 8082:8080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/dev/null 2&gt;&amp;1 &amp;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lives in your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 in 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 + Agent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cluster has its own AI investigator.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grafana-agent things like 'what's wrong with broken-app2?' — it'll search Loki, query Prometheus, and tell you, citing the queries it ran.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 own.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MCP tools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kubernetes-mcp, github-mcp, slack-mcp — agents call them transparently.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custom agent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incident-response agent with a runbook in its system prompt.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model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ModelConfig to Claude or GPT — agents keep working.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conversations so agents remember past investigations.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into alerting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agent from a Grafana alert webhook → auto-triage.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happy agenting!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1477</Words>
  <Application>Microsoft Macintosh PowerPoint</Application>
  <PresentationFormat>On-screen Show (16:9)</PresentationFormat>
  <Paragraphs>265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Kagent + Grafana MCP</dc:title>
  <dc:subject>PptxGenJS Presentation</dc:subject>
  <dc:creator>K8s Boston Training Day</dc:creator>
  <cp:lastModifiedBy>Benjamin Hautefeuille</cp:lastModifiedBy>
  <cp:revision>2</cp:revision>
  <dcterms:created xsi:type="dcterms:W3CDTF">2026-05-02T05:36:21Z</dcterms:created>
  <dcterms:modified xsi:type="dcterms:W3CDTF">2026-05-02T05:39:20Z</dcterms:modified>
</cp:coreProperties>
</file>