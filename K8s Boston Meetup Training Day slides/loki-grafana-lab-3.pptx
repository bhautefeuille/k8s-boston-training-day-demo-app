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25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2395728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92262" y="3171622"/>
            <a:ext cx="329184" cy="329184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16368" y="3493008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40474" y="3171622"/>
            <a:ext cx="329184" cy="329184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19088" y="2395728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40474" y="1619834"/>
            <a:ext cx="329184" cy="329184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16368" y="1298448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92262" y="1619834"/>
            <a:ext cx="329184" cy="329184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78040" y="2057400"/>
            <a:ext cx="1005840" cy="100584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· PART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Kubernetes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every pod log to a query-ready dashboard — using Helm and Alloy.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202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/ Intermediate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69164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ns: prod · broken-app2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2103120"/>
            <a:ext cx="1463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8880" y="2103120"/>
            <a:ext cx="146304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68880" y="2103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logs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K8s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2103120"/>
            <a:ext cx="1463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51960" y="2103120"/>
            <a:ext cx="1463040" cy="292608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2103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labels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compressed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chunks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103120"/>
            <a:ext cx="1463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2103120"/>
            <a:ext cx="14630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2103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+ LogQL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18120" y="2331720"/>
            <a:ext cx="914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48840" y="274320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31920" y="274320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15000" y="274320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18120" y="274320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10312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8620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namespaces — meta (the stack itself) and prod (your apps).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steps to a query-able log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namespaces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prod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141732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24912" y="155448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2491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82112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Helm repo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82112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charts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141732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82896" y="155448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0096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scenarios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0096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values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31152" y="141732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155448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Loki + Grafana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Helm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51460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265176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2633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Alloy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k8s-monitoring chart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15184" y="251460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24912" y="265176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2491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82112" y="2633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test log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82112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path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51460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82896" y="265176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82896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0096" y="2633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Grafana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0096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port-forward 3000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31152" y="251460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40880" y="2651760"/>
            <a:ext cx="384048" cy="384048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4088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98080" y="2633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Loki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9808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buildinfo curl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end: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pod log in your cluster is searchable in Grafana via LogQL, with cluster events on the side.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ORGANIZE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namespaces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the observability stack itself lives — Loki, Grafana, Alloy.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your real workloads run.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monitoring crashes, prod is unaffected. Cleaner RBAC too.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Bash chain — second command only runs if the first succeeds.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554480"/>
            <a:ext cx="3749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4748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02352" y="18470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ns meta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kubectl create ns prod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namespace/meta created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namespace/prod created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301752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68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ns: meta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4290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· Grafana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01752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ns: prod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4290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(checkout, etc.)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HELM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Grafana Helm repo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repos: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chart packages live — like apt sources.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repo: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hosts loki, grafana, k8s-monitoring, tempo, mimir, prometheus charts…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update: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fetches the latest chart index — always run after add.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repos anytime: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helm repo 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5896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612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1847088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repo add grafana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https://grafana.github.io/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helm-charts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helm repo update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"grafana" has been added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Complete. Happy Helming!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GET PRESETS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alloy-scenarios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ready-made values.yaml files for common Loki/Grafana/Alloy setups.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Grafana team — kept in sync with current chart versions.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k8s/logs/killercoda/loki-values.yml + k8s/logs/grafana-values.yml.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presets: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 values.yaml has 100s of options. Presets pick sane defaults.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5896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612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184708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grafana/alloy-scenarios.git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alloy-scenarios/k8s/logs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presets target a single-binary Loki — perfect for kind. For prod, swap to the SimpleScalable chart.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INSTALL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Loki + Grafana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Helm releases: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for Loki, one for Grafana — both into the meta namespace.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--values: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tells Helm to override chart defaults with the preset file.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URL pattern: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&lt;service&gt;.&lt;ns&gt;.svc.cluster.local — that's how Alloy finds Loki.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~1–2 minutes for pods to be Ready.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554480"/>
            <a:ext cx="374904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4748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02352" y="184708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loki grafana/loki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--values killercoda/loki-values.yml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meta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grafana grafana/grafana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--values grafana-values.yml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--namespace meta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3520440"/>
            <a:ext cx="374904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internal URL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http://loki-gateway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078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.meta.svc.cluster.local:80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4370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what Alloy will push 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COLLECT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Alloy (k8s-monitoring)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Grafana's all-in-one OTel/Prom/Loki collector agent.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collectors: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alloy-singleton for cluster events; alloy-logs (clustered) for pod logs.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K8s API for both — no DaemonSet host log scraping.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 · prod · demo-app namespaces only.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loki-gateway.meta.svc.cluster.local.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834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k8s-monitoring-values2.yml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cluster:
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meta-monitoring-tutorial
</a:t>
            </a: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destinations:
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loki:
</a:t>
            </a: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url: http://loki-gateway.meta...
</a:t>
            </a: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clusterEvents:
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enabled: true
  collector: alloy-singleton
  namespaces: [meta, prod, demo-app]
</a:t>
            </a: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podLogsViaKubernetesApi:
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enabled: true
  collector: alloy-logs
  namespaces: [meta, prod, demo-app]
</a:t>
            </a: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collectors:
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alloy-singleton: {presets: [singleton]}
  alloy-logs: {presets: [clustered]}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41148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41330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4088" y="41330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" y="41330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k8s grafana/k8s-monitoring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--values ./k8s-monitoring-values2.yml -n meta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TEST THE PIPE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test log to Loki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Port-forward 3100:80: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exposes Loki gateway to your shell as 127.0.0.1:3100.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/loki/api/v1/push: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standard Loki ingestion endpoint.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 labels + array of [unix_nanos, message] tuples.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returns 204: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accepted — query it in Grafana with {job="test"}.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41148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8172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1888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5604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847088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port-forward -n meta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--address 0.0.0.0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svc/loki-gateway 3100:80 &amp;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-XPOST -s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http://127.0.0.1:3100/loki/api/v1/push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--data-raw '{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"streams": [{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"stream": {"job": "test"},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"values": [[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"$(date +%s)000000000",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"important log message"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}'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OPEN THE UI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Grafana accessible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pod: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Helm release name + label selector → exact pod name.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3000: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Grafana's default port — open localhost:3000 in Codespaces.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login: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admin, password from kubectl get secret grafana ...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Explore → Loki data source → query {job="test"} to see your test log.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5604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9320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3036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847088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POD_NAME=$(kubectl get pods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meta -l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app.kubernetes.io/name=grafana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 jsonpath="{.items[0]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.metadata.name}")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-n meta port-forward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--address 0.0.0.0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$POD_NAME 3000 &amp;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 </a:t>
            </a: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secret -n meta grafana \
                       -o jsonpath="{.data.admin-password}" | base64 -d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VERIFY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Loki ready for business?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206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run --rm -it: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up a throwaway pod, get a shell, delete on exit.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curlimages/curl: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tiny image with just curl — perfect for in-cluster probes.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/loki/api/v1/status/buildinfo: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Loki version + build SHA.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JSON: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Loki is up, gateway is routing, DNS resolves. Green light.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5604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9320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3036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847088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run curl-test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meta --image=curlimages/curl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-it --rm -- /bin/sh -c 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curl -v http://loki-gateway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.meta.svc.cluster.local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/loki/api/v1/status/buildinfo'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520440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3520440"/>
            <a:ext cx="38404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840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{"version":"3.x.x",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"revision":"abc1234",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"branch":"k150",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"buildDate":"2025-..."}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log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prod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releases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Loki, Grafana, Alloy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collectors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logs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76656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query-able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LogQL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pod log is now one Grafana query away.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broken-app2 manifest from Lab 4 and you'll see the InventoryServiceUnavailable errors flow in within seconds — labeled, indexed, ready to filter, group, and alert 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Grafana Lab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useful.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274320" cy="274320"/>
          </a:xfrm>
          <a:prstGeom prst="ellipse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Grafana K8s dashboard (id 13639) — one click, full cluster view.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58568"/>
            <a:ext cx="274320" cy="274320"/>
          </a:xfrm>
          <a:prstGeom prst="ellipse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metrics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chart, different destination: install Prometheus and pipe metrics to Mimir.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274320" cy="274320"/>
          </a:xfrm>
          <a:prstGeom prst="ellipse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traces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+ OTel SDK in your apps and you have the full LGTM stack.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64408"/>
            <a:ext cx="274320" cy="274320"/>
          </a:xfrm>
          <a:prstGeom prst="ellipse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alerts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→ Alerting → 'rate of ERROR logs &gt; 0.1/s' → page yourself.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274320" cy="274320"/>
          </a:xfrm>
          <a:prstGeom prst="ellipse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Grafana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install loses dashboards on pod restart. Add a PVC in values.yaml.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— happy querying!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1580</Words>
  <Application>Microsoft Macintosh PowerPoint</Application>
  <PresentationFormat>On-screen Show (16:9)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Loki + Grafana on Kubernetes</dc:title>
  <dc:subject>PptxGenJS Presentation</dc:subject>
  <dc:creator>K8s Boston Training Day</dc:creator>
  <cp:lastModifiedBy>Benjamin Hautefeuille</cp:lastModifiedBy>
  <cp:revision>2</cp:revision>
  <dcterms:created xsi:type="dcterms:W3CDTF">2026-05-02T03:41:44Z</dcterms:created>
  <dcterms:modified xsi:type="dcterms:W3CDTF">2026-05-02T03:47:01Z</dcterms:modified>
</cp:coreProperties>
</file>