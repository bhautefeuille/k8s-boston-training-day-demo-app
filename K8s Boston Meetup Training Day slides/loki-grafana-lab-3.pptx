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252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2395728"/>
            <a:ext cx="329184" cy="329184"/>
          </a:xfrm>
          <a:prstGeom prst="ellipse">
            <a:avLst/>
          </a:prstGeom>
          <a:solidFill>
            <a:srgbClr val="F46800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92262" y="3171622"/>
            <a:ext cx="329184" cy="329184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516368" y="3493008"/>
            <a:ext cx="329184" cy="329184"/>
          </a:xfrm>
          <a:prstGeom prst="ellipse">
            <a:avLst/>
          </a:prstGeom>
          <a:solidFill>
            <a:srgbClr val="F46800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740474" y="3171622"/>
            <a:ext cx="329184" cy="329184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19088" y="2395728"/>
            <a:ext cx="329184" cy="329184"/>
          </a:xfrm>
          <a:prstGeom prst="ellipse">
            <a:avLst/>
          </a:prstGeom>
          <a:solidFill>
            <a:srgbClr val="F46800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40474" y="1619834"/>
            <a:ext cx="329184" cy="329184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516368" y="1298448"/>
            <a:ext cx="329184" cy="329184"/>
          </a:xfrm>
          <a:prstGeom prst="ellipse">
            <a:avLst/>
          </a:prstGeom>
          <a:solidFill>
            <a:srgbClr val="F46800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92262" y="1619834"/>
            <a:ext cx="329184" cy="329184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178040" y="2057400"/>
            <a:ext cx="1005840" cy="100584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7804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· PART 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15087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548640" y="23317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Kubernetes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4864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every pod log to a query-ready dashboard — using Helm and Alloy.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0233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920240" y="402336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920240" y="40233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402336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40233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4023360"/>
            <a:ext cx="1234440" cy="384048"/>
          </a:xfrm>
          <a:prstGeom prst="roundRect">
            <a:avLst>
              <a:gd name="adj" fmla="val 1904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63440" y="40233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 / Intermediate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building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6916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331720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33172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697480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3063240"/>
            <a:ext cx="1417320" cy="292608"/>
          </a:xfrm>
          <a:prstGeom prst="roundRect">
            <a:avLst>
              <a:gd name="adj" fmla="val 15625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0632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ns: prod · broken-app2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468880" y="2103120"/>
            <a:ext cx="14630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468880" y="2103120"/>
            <a:ext cx="1463040" cy="29260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68880" y="2103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logs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events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K8s API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51960" y="2103120"/>
            <a:ext cx="14630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251960" y="2103120"/>
            <a:ext cx="1463040" cy="292608"/>
          </a:xfrm>
          <a:prstGeom prst="rect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51960" y="2103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5196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labels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compressed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chunks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35040" y="2103120"/>
            <a:ext cx="146304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035040" y="2103120"/>
            <a:ext cx="146304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35040" y="2103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3504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+ LogQL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818120" y="2331720"/>
            <a:ext cx="9144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81812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148840" y="2743200"/>
            <a:ext cx="2743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931920" y="2743200"/>
            <a:ext cx="2743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715000" y="2743200"/>
            <a:ext cx="2743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818120" y="2743200"/>
            <a:ext cx="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103120" y="2423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886200" y="2423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69280" y="2423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namespaces — meta (the stack itself) and prod (your apps).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steps to a query-able log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4128" y="1536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namespaces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828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+ prod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15184" y="141732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24912" y="155448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2491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82112" y="1536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Helm repo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82112" y="1828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charts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73168" y="141732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82896" y="155448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82896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40096" y="1536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scenarios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40096" y="1828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values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31152" y="141732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040880" y="155448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408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53619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Loki + Grafana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0" y="1828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Helm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51460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66928" y="265176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24128" y="2633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Alloy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24128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k8s-monitoring chart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615184" y="251460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24912" y="265176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2491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182112" y="2633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test log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182112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path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73168" y="251460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82896" y="265176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82896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340096" y="2633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Grafana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40096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port-forward 3000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931152" y="2514600"/>
            <a:ext cx="210312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040880" y="2651760"/>
            <a:ext cx="384048" cy="384048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04088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498080" y="26334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Loki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498080" y="2926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buildinfo curl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FFF7ED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0080" y="37033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end:  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pod log in your cluster is searchable in Grafana via LogQL, with cluster events on the side.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ORGANIZE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namespaces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the observability stack itself lives — Loki, Grafana, Alloy.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your real workloads run.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split: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monitoring crashes, prod is unaffected. Cleaner RBAC too.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Bash chain — second command only runs if the first succeeds.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554480"/>
            <a:ext cx="374904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4748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8464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2180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02352" y="184708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create ns meta \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&amp;&amp; kubectl create ns prod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namespace/meta created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namespace/prod created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3017520"/>
            <a:ext cx="18288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4680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3776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ns: meta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42900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· Grafana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0" y="3017520"/>
            <a:ext cx="18288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326CE5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ns: prod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0" y="3429000"/>
            <a:ext cx="1828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(checkout, etc.)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HELM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Grafana Helm repo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repos: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chart packages live — like apt sources.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repo: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hosts loki, grafana, k8s-monitoring, tempo, mimir, prometheus charts…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update: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fetches the latest chart index — always run after add.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repos anytime: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helm repo list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12080" y="1554480"/>
            <a:ext cx="3474720" cy="2286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2180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5896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9612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76672" y="1847088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add grafana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https://grafana.github.io/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helm-charts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&amp;&amp; helm repo update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"grafana" has been added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 Complete. Happy Helming!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GET PRESETS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alloy-scenarios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ready-made values.yaml files for common Loki/Grafana/Alloy setups.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by: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Grafana team — kept in sync with current chart versions.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k8s/logs/killercoda/loki-values.yml + k8s/logs/grafana-values.yml.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presets:</a:t>
            </a: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production values.yaml has 100s of options. Presets pick sane defaults.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12080" y="1554480"/>
            <a:ext cx="347472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32180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5896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9612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76672" y="1847088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https://github.com/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grafana/alloy-scenarios.git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alloy-scenarios/k8s/logs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7ED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presets target a single-binary Loki — perfect for kind. For prod, swap to the SimpleScalable chart.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INSTALL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Loki + Grafana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Helm releases:</a:t>
            </a: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for Loki, one for Grafana — both into the meta namespace.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--values:</a:t>
            </a: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tells Helm to override chart defaults with the preset file.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URL pattern:</a:t>
            </a: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&lt;service&gt;.&lt;ns&gt;.svc.cluster.local — that's how Alloy finds Loki.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Takes:</a:t>
            </a: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~1–2 minutes for pods to be Ready.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937760" y="1554480"/>
            <a:ext cx="374904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4748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8464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2180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02352" y="1847088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 loki grafana/loki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--values killercoda/loki-values.yml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-n meta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 grafana grafana/grafana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--values grafana-values.yml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--namespace meta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3520440"/>
            <a:ext cx="3749040" cy="1143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internal URL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0" y="38221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http://loki-gateway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40782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.meta.svc.cluster.local:80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43708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what Alloy will push 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COLLECT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Alloy (k8s-monitoring)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Alloy: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Grafana's all-in-one OTel/Prom/Loki collector agent.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collectors: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alloy-singleton for cluster events; alloy-logs (clustered) for pod logs.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K8s API for both — no DaemonSet host log scraping.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Watch: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meta · prod · demo-app namespaces only.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Destination:</a:t>
            </a: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loki-gateway.meta.svc.cluster.local.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46320" y="1463040"/>
            <a:ext cx="3840480" cy="32004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98348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k8s-monitoring-values2.yml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83480" y="1828800"/>
            <a:ext cx="3657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cluster:
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meta-monitoring-tutorial
</a:t>
            </a:r>
            <a:r>
              <a:rPr lang="en-US" sz="9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destinations:
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loki:
</a:t>
            </a:r>
            <a:r>
              <a:rPr lang="en-US" sz="9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url: http://loki-gateway.meta...
</a:t>
            </a:r>
            <a:r>
              <a:rPr lang="en-US" sz="9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clusterEvents:
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enabled: true
  collector: alloy-singleton
  namespaces: [meta, prod, demo-app]
</a:t>
            </a:r>
            <a:r>
              <a:rPr lang="en-US" sz="9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podLogsViaKubernetesApi:
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enabled: true
  collector: alloy-logs
  namespaces: [meta, prod, demo-app]
</a:t>
            </a:r>
            <a:r>
              <a:rPr lang="en-US" sz="900" dirty="0">
                <a:solidFill>
                  <a:srgbClr val="F472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collectors:
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alloy-singleton: {presets: [singleton]}
  alloy-logs: {presets: [clustered]}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4114800" cy="6400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6928" y="413308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04088" y="413308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41248" y="413308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" y="4315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 k8s grafana/k8s-monitoring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--values ./k8s-monitoring-values2.yml -n meta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TEST THE PIPE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test log to Loki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Port-forward 3100:80: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exposes Loki gateway to your shell as 127.0.0.1:3100.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/loki/api/v1/push: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standard Loki ingestion endpoint.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stream labels + array of [unix_nanos, message] tuples.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returns 204: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accepted — query it in Grafana with {job="test"}.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554480"/>
            <a:ext cx="4114800" cy="3108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68172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1888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95604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36592" y="1847088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port-forward -n meta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--address 0.0.0.0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svc/loki-gateway 3100:80 &amp;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"Content-Type: application/json"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http://127.0.0.1:3100/loki/api/v1/push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--data-raw '{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"streams": [{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"stream": {"job": "test"},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"values": [[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"$(date +%s)000000000",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"important log message"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}'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· OPEN THE UI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Grafana accessible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206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pod: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Helm release name + label selector → exact pod name.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3000: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Grafana's default port — open localhost:3000 in Codespaces.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login: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user admin, password from kubectl get secret grafana ...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Explore → Loki data source → query {job="test"} to see your test log.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2286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95604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9320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23036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10912" y="1847088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POD_NAME=$(kubectl get pods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-n meta -l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app.kubernetes.io/name=grafana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-o jsonpath="{.items[0]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.metadata.name}")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-n meta port-forward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--address 0.0.0.0 \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$POD_NAME 3000 &amp;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7ED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406908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 </a:t>
            </a: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secret -n meta grafana \
                       -o jsonpath="{.data.admin-password}" | base64 -d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02920" cy="502920"/>
          </a:xfrm>
          <a:prstGeom prst="ellipse">
            <a:avLst/>
          </a:prstGeom>
          <a:solidFill>
            <a:srgbClr val="F46800"/>
          </a:solidFill>
          <a:ln w="12700">
            <a:solidFill>
              <a:srgbClr val="F46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51560" y="429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· VERIFY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Loki ready for business?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42062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run --rm -it: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spin up a throwaway pod, get a shell, delete on exit.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curlimages/curl: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tiny image with just curl — perfect for in-cluster probes.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/loki/api/v1/status/buildinfo: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Loki version + build SHA.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see JSON: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Loki is up, gateway is routing, DNS resolves. Green light.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554480"/>
            <a:ext cx="384048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956048" y="166420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93208" y="166420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230368" y="166420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10912" y="184708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run curl-test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-n meta --image=curlimages/curl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-it --rm -- /bin/sh -c 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curl -v http://loki-gateway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.meta.svc.cluster.local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/loki/api/v1/status/buildinfo'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3520440"/>
            <a:ext cx="384048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3520440"/>
            <a:ext cx="3840480" cy="2926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3520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8348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{"version":"3.x.x",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"revision":"abc1234",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"branch":"k150",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"buildDate":"2025-..."}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JUST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log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+ prod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965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1508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256032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 releases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6032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Loki, Grafana, Alloy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1965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63440" y="1508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466344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Alloy collectors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+ logs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66560" y="1417320"/>
            <a:ext cx="1965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66560" y="15087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46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6766560" y="22860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query-able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LogQL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1371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3291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pod log is now one Grafana query away.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broken-app2 manifest from Lab 4 and you'll see the InventoryServiceUnavailable errors flow in within seconds — labeled, indexed, ready to filter, group, and alert on.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800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+ Grafana Lab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useful.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755648"/>
            <a:ext cx="274320" cy="274320"/>
          </a:xfrm>
          <a:prstGeom prst="ellipse">
            <a:avLst/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dashboard 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the Grafana K8s dashboard (id 13639) — one click, full cluster 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58568"/>
            <a:ext cx="274320" cy="274320"/>
          </a:xfrm>
          <a:prstGeom prst="ellipse">
            <a:avLst/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1945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metrics 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chart, different destination: install Prometheus and pipe metrics to Mimir.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61488"/>
            <a:ext cx="274320" cy="274320"/>
          </a:xfrm>
          <a:prstGeom prst="ellipse">
            <a:avLst/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761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697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traces 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+ OTel SDK in your apps and you have the full LGTM stack.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64408"/>
            <a:ext cx="274320" cy="274320"/>
          </a:xfrm>
          <a:prstGeom prst="ellipse">
            <a:avLst/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8680" y="32004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alerts 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→ Alerting → 'rate of ERROR logs &gt; 0.1/s' → page yourself.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274320" cy="274320"/>
          </a:xfrm>
          <a:prstGeom prst="ellipse">
            <a:avLst/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3767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868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Grafana  </a:t>
            </a: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install loses dashboards on pod restart. Add a PVC in values.yaml.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— happy querying!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1580</Words>
  <Application>Microsoft Macintosh PowerPoint</Application>
  <PresentationFormat>On-screen Show (16:9)</PresentationFormat>
  <Paragraphs>257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Loki + Grafana on Kubernetes</dc:title>
  <dc:subject>PptxGenJS Presentation</dc:subject>
  <dc:creator>K8s Boston Training Day</dc:creator>
  <cp:lastModifiedBy>Benjamin Hautefeuille</cp:lastModifiedBy>
  <cp:revision>3</cp:revision>
  <dcterms:created xsi:type="dcterms:W3CDTF">2026-05-02T03:41:44Z</dcterms:created>
  <dcterms:modified xsi:type="dcterms:W3CDTF">2026-05-02T05:39:35Z</dcterms:modified>
</cp:coreProperties>
</file>