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41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GET A TOKEN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Grafana service account token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365760" cy="36576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Service accounts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892808"/>
            <a:ext cx="2478024" cy="2057400"/>
          </a:xfrm>
          <a:prstGeom prst="rect">
            <a:avLst/>
          </a:prstGeom>
          <a:solidFill>
            <a:srgbClr val="111217"/>
          </a:solidFill>
          <a:ln w="635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" y="1892808"/>
            <a:ext cx="2478024" cy="256032"/>
          </a:xfrm>
          <a:prstGeom prst="rect">
            <a:avLst/>
          </a:prstGeom>
          <a:solidFill>
            <a:srgbClr val="1A1B22"/>
          </a:solidFill>
          <a:ln w="12700">
            <a:solidFill>
              <a:srgbClr val="1A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" y="1956816"/>
            <a:ext cx="118872" cy="118872"/>
          </a:xfrm>
          <a:prstGeom prst="ellipse">
            <a:avLst/>
          </a:prstGeom>
          <a:solidFill>
            <a:srgbClr val="FF8833"/>
          </a:solidFill>
          <a:ln w="12700">
            <a:solidFill>
              <a:srgbClr val="FF8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19293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&gt;  Administration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" y="2148840"/>
            <a:ext cx="914400" cy="1801368"/>
          </a:xfrm>
          <a:prstGeom prst="rect">
            <a:avLst/>
          </a:prstGeom>
          <a:solidFill>
            <a:srgbClr val="1A1B22"/>
          </a:solidFill>
          <a:ln w="12700">
            <a:solidFill>
              <a:srgbClr val="1A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22199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24231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" y="26243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8368" y="2825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3026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" y="3209544"/>
            <a:ext cx="822960" cy="182880"/>
          </a:xfrm>
          <a:prstGeom prst="rect">
            <a:avLst/>
          </a:prstGeom>
          <a:solidFill>
            <a:srgbClr val="22242E"/>
          </a:solidFill>
          <a:ln w="1270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2278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368" y="3429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General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8368" y="361188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Plugins and data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2648" y="3776472"/>
            <a:ext cx="822960" cy="182880"/>
          </a:xfrm>
          <a:prstGeom prst="rect">
            <a:avLst/>
          </a:prstGeom>
          <a:solidFill>
            <a:srgbClr val="22242E"/>
          </a:solidFill>
          <a:ln w="1270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794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Users and access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527048" y="222199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access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27048" y="2487168"/>
            <a:ext cx="1472184" cy="292608"/>
          </a:xfrm>
          <a:prstGeom prst="roundRect">
            <a:avLst>
              <a:gd name="adj" fmla="val 12500"/>
            </a:avLst>
          </a:prstGeom>
          <a:solidFill>
            <a:srgbClr val="1A1B22"/>
          </a:solidFill>
          <a:ln w="635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18488" y="252374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27048" y="2816352"/>
            <a:ext cx="1472184" cy="292608"/>
          </a:xfrm>
          <a:prstGeom prst="roundRect">
            <a:avLst>
              <a:gd name="adj" fmla="val 12500"/>
            </a:avLst>
          </a:prstGeom>
          <a:solidFill>
            <a:srgbClr val="1A1B22"/>
          </a:solidFill>
          <a:ln w="635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18488" y="28529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27048" y="3145536"/>
            <a:ext cx="1472184" cy="292608"/>
          </a:xfrm>
          <a:prstGeom prst="roundRect">
            <a:avLst>
              <a:gd name="adj" fmla="val 12500"/>
            </a:avLst>
          </a:prstGeom>
          <a:solidFill>
            <a:srgbClr val="2A1F12"/>
          </a:solidFill>
          <a:ln w="15240">
            <a:solidFill>
              <a:srgbClr val="FF8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18488" y="318211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27048" y="3474720"/>
            <a:ext cx="1472184" cy="292608"/>
          </a:xfrm>
          <a:prstGeom prst="roundRect">
            <a:avLst>
              <a:gd name="adj" fmla="val 12500"/>
            </a:avLst>
          </a:prstGeom>
          <a:solidFill>
            <a:srgbClr val="1A1B22"/>
          </a:solidFill>
          <a:ln w="635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18488" y="351129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16352" y="2496312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4160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Users and access → Service accounts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73552" y="13258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10712" y="1435608"/>
            <a:ext cx="365760" cy="36576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10712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22192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service account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1892808"/>
            <a:ext cx="2478024" cy="2057400"/>
          </a:xfrm>
          <a:prstGeom prst="rect">
            <a:avLst/>
          </a:prstGeom>
          <a:solidFill>
            <a:srgbClr val="111217"/>
          </a:solidFill>
          <a:ln w="635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383280" y="1892808"/>
            <a:ext cx="2478024" cy="256032"/>
          </a:xfrm>
          <a:prstGeom prst="rect">
            <a:avLst/>
          </a:prstGeom>
          <a:solidFill>
            <a:srgbClr val="1A1B22"/>
          </a:solidFill>
          <a:ln w="12700">
            <a:solidFill>
              <a:srgbClr val="1A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74720" y="1929384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  &gt;  New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547872" y="22768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*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547872" y="2496312"/>
            <a:ext cx="2148840" cy="256032"/>
          </a:xfrm>
          <a:prstGeom prst="roundRect">
            <a:avLst>
              <a:gd name="adj" fmla="val 10714"/>
            </a:avLst>
          </a:prstGeom>
          <a:solidFill>
            <a:srgbClr val="1A1B22"/>
          </a:solidFill>
          <a:ln w="12700">
            <a:solidFill>
              <a:srgbClr val="FF8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21024" y="249631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kagent-mcp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47872" y="28712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547872" y="3090672"/>
            <a:ext cx="2148840" cy="256032"/>
          </a:xfrm>
          <a:prstGeom prst="roundRect">
            <a:avLst>
              <a:gd name="adj" fmla="val 10714"/>
            </a:avLst>
          </a:prstGeom>
          <a:solidFill>
            <a:srgbClr val="1A1B22"/>
          </a:solidFill>
          <a:ln w="1270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21024" y="3090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95544" y="309067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079"/>
                </a:solidFill>
              </a:rPr>
              <a:t>▾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28032" y="3557016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F8833"/>
          </a:solidFill>
          <a:ln w="12700">
            <a:solidFill>
              <a:srgbClr val="FF8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28032" y="35570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05272" y="355701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319272" y="4160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kagent-mcp · Role: Editor (or Admin if needed)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89904" y="13258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27064" y="1435608"/>
            <a:ext cx="365760" cy="36576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27064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638544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token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199632" y="1892808"/>
            <a:ext cx="2478024" cy="2057400"/>
          </a:xfrm>
          <a:prstGeom prst="rect">
            <a:avLst/>
          </a:prstGeom>
          <a:solidFill>
            <a:srgbClr val="111217"/>
          </a:solidFill>
          <a:ln w="635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199632" y="1892808"/>
            <a:ext cx="2478024" cy="256032"/>
          </a:xfrm>
          <a:prstGeom prst="rect">
            <a:avLst/>
          </a:prstGeom>
          <a:solidFill>
            <a:srgbClr val="1A1B22"/>
          </a:solidFill>
          <a:ln w="12700">
            <a:solidFill>
              <a:srgbClr val="1A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91072" y="1929384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kagent-mcp  &gt;  Tokens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364224" y="2276856"/>
            <a:ext cx="2148840" cy="1554480"/>
          </a:xfrm>
          <a:prstGeom prst="roundRect">
            <a:avLst>
              <a:gd name="adj" fmla="val 2941"/>
            </a:avLst>
          </a:prstGeom>
          <a:solidFill>
            <a:srgbClr val="1A1B22"/>
          </a:solidFill>
          <a:ln w="1270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73952" y="236829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created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73952" y="256946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token now — you won't see it again.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73952" y="2843784"/>
            <a:ext cx="1929384" cy="292608"/>
          </a:xfrm>
          <a:prstGeom prst="roundRect">
            <a:avLst>
              <a:gd name="adj" fmla="val 9375"/>
            </a:avLst>
          </a:prstGeom>
          <a:solidFill>
            <a:srgbClr val="111217"/>
          </a:solidFill>
          <a:ln w="12700">
            <a:solidFill>
              <a:srgbClr val="222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528816" y="28437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8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glsa_8x9hT7•••••••••••••WqZ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918704" y="2880360"/>
            <a:ext cx="457200" cy="237744"/>
          </a:xfrm>
          <a:prstGeom prst="roundRect">
            <a:avLst>
              <a:gd name="adj" fmla="val 11538"/>
            </a:avLst>
          </a:prstGeom>
          <a:solidFill>
            <a:srgbClr val="FF8833"/>
          </a:solidFill>
          <a:ln w="12700">
            <a:solidFill>
              <a:srgbClr val="FF8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918704" y="28803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73952" y="3282696"/>
            <a:ext cx="1929384" cy="329184"/>
          </a:xfrm>
          <a:prstGeom prst="roundRect">
            <a:avLst>
              <a:gd name="adj" fmla="val 8333"/>
            </a:avLst>
          </a:prstGeom>
          <a:solidFill>
            <a:srgbClr val="332B14"/>
          </a:solidFill>
          <a:ln w="12700">
            <a:solidFill>
              <a:srgbClr val="FF8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547104" y="3282696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This token is shown only once.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394192" y="288036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135624" y="4160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service account token → copy it now (you can't view it again)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111217"/>
          </a:solidFill>
          <a:ln w="12700">
            <a:solidFill>
              <a:srgbClr val="1112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48640" y="4636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set env deploy/kagent-grafana-mcp -n kagent  GRAFANA_API_KEY=</a:t>
            </a:r>
            <a:r>
              <a:rPr lang="en-US" sz="1000" b="1" dirty="0">
                <a:solidFill>
                  <a:srgbClr val="FF8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glsa_xxxxx...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</Words>
  <Application>Microsoft Macintosh PowerPoint</Application>
  <PresentationFormat>On-screen Show (16:9)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service account token</dc:title>
  <dc:subject>PptxGenJS Presentation</dc:subject>
  <dc:creator>PptxGenJS</dc:creator>
  <cp:lastModifiedBy>Benjamin Hautefeuille</cp:lastModifiedBy>
  <cp:revision>1</cp:revision>
  <dcterms:created xsi:type="dcterms:W3CDTF">2026-05-02T05:53:48Z</dcterms:created>
  <dcterms:modified xsi:type="dcterms:W3CDTF">2026-05-02T05:59:45Z</dcterms:modified>
</cp:coreProperties>
</file>